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12192000" cy="7497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02" y="-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227065"/>
            <a:ext cx="9144000" cy="2610332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938062"/>
            <a:ext cx="9144000" cy="181022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A59C9-6208-4201-B378-D03CB4B4350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CDAF-D4FF-46BC-9AD0-9F9A4B90D6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09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A59C9-6208-4201-B378-D03CB4B4350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CDAF-D4FF-46BC-9AD0-9F9A4B90D6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2202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869235"/>
            <a:ext cx="10515600" cy="3118861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5017601"/>
            <a:ext cx="10515600" cy="164013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A59C9-6208-4201-B378-D03CB4B4350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CDAF-D4FF-46BC-9AD0-9F9A4B90D6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356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995932"/>
            <a:ext cx="5181600" cy="47572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995932"/>
            <a:ext cx="5181600" cy="47572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A59C9-6208-4201-B378-D03CB4B4350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CDAF-D4FF-46BC-9AD0-9F9A4B90D6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1701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99187"/>
            <a:ext cx="10515600" cy="144922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837994"/>
            <a:ext cx="5157787" cy="90077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738766"/>
            <a:ext cx="5157787" cy="40283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837994"/>
            <a:ext cx="5183188" cy="90077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738766"/>
            <a:ext cx="5183188" cy="40283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A59C9-6208-4201-B378-D03CB4B4350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CDAF-D4FF-46BC-9AD0-9F9A4B90D6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917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A59C9-6208-4201-B378-D03CB4B4350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CDAF-D4FF-46BC-9AD0-9F9A4B90D6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656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A59C9-6208-4201-B378-D03CB4B4350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CDAF-D4FF-46BC-9AD0-9F9A4B90D6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3821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99851"/>
            <a:ext cx="3932237" cy="174947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079540"/>
            <a:ext cx="6172200" cy="532827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249329"/>
            <a:ext cx="3932237" cy="416716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A59C9-6208-4201-B378-D03CB4B4350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CDAF-D4FF-46BC-9AD0-9F9A4B90D6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4213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99851"/>
            <a:ext cx="3932237" cy="174947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079540"/>
            <a:ext cx="6172200" cy="532827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249329"/>
            <a:ext cx="3932237" cy="416716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A59C9-6208-4201-B378-D03CB4B4350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CDAF-D4FF-46BC-9AD0-9F9A4B90D6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27397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A59C9-6208-4201-B378-D03CB4B4350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CDAF-D4FF-46BC-9AD0-9F9A4B90D6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3442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99186"/>
            <a:ext cx="2628900" cy="635400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99186"/>
            <a:ext cx="7734300" cy="635400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9A59C9-6208-4201-B378-D03CB4B4350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1BCDAF-D4FF-46BC-9AD0-9F9A4B90D6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8260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99187"/>
            <a:ext cx="10515600" cy="14492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995932"/>
            <a:ext cx="10515600" cy="47572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949316"/>
            <a:ext cx="2743200" cy="3991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9A59C9-6208-4201-B378-D03CB4B43504}" type="datetimeFigureOut">
              <a:rPr lang="en-US" smtClean="0"/>
              <a:t>1/8/2026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949316"/>
            <a:ext cx="4114800" cy="3991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949316"/>
            <a:ext cx="2743200" cy="39918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1BCDAF-D4FF-46BC-9AD0-9F9A4B90D65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9567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3FEB2DF-DC22-2B1D-250F-7A4E447CF29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7980837"/>
              </p:ext>
            </p:extLst>
          </p:nvPr>
        </p:nvGraphicFramePr>
        <p:xfrm>
          <a:off x="55613" y="131391"/>
          <a:ext cx="12080783" cy="7205482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828307">
                  <a:extLst>
                    <a:ext uri="{9D8B030D-6E8A-4147-A177-3AD203B41FA5}">
                      <a16:colId xmlns:a16="http://schemas.microsoft.com/office/drawing/2014/main" val="144025145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406250518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357933269"/>
                    </a:ext>
                  </a:extLst>
                </a:gridCol>
                <a:gridCol w="1330960">
                  <a:extLst>
                    <a:ext uri="{9D8B030D-6E8A-4147-A177-3AD203B41FA5}">
                      <a16:colId xmlns:a16="http://schemas.microsoft.com/office/drawing/2014/main" val="3819861827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4122292344"/>
                    </a:ext>
                  </a:extLst>
                </a:gridCol>
                <a:gridCol w="2245360">
                  <a:extLst>
                    <a:ext uri="{9D8B030D-6E8A-4147-A177-3AD203B41FA5}">
                      <a16:colId xmlns:a16="http://schemas.microsoft.com/office/drawing/2014/main" val="1031920213"/>
                    </a:ext>
                  </a:extLst>
                </a:gridCol>
                <a:gridCol w="1168400">
                  <a:extLst>
                    <a:ext uri="{9D8B030D-6E8A-4147-A177-3AD203B41FA5}">
                      <a16:colId xmlns:a16="http://schemas.microsoft.com/office/drawing/2014/main" val="2274626327"/>
                    </a:ext>
                  </a:extLst>
                </a:gridCol>
                <a:gridCol w="696930">
                  <a:extLst>
                    <a:ext uri="{9D8B030D-6E8A-4147-A177-3AD203B41FA5}">
                      <a16:colId xmlns:a16="http://schemas.microsoft.com/office/drawing/2014/main" val="2409741768"/>
                    </a:ext>
                  </a:extLst>
                </a:gridCol>
                <a:gridCol w="616142">
                  <a:extLst>
                    <a:ext uri="{9D8B030D-6E8A-4147-A177-3AD203B41FA5}">
                      <a16:colId xmlns:a16="http://schemas.microsoft.com/office/drawing/2014/main" val="2568106431"/>
                    </a:ext>
                  </a:extLst>
                </a:gridCol>
                <a:gridCol w="1232284">
                  <a:extLst>
                    <a:ext uri="{9D8B030D-6E8A-4147-A177-3AD203B41FA5}">
                      <a16:colId xmlns:a16="http://schemas.microsoft.com/office/drawing/2014/main" val="12738670"/>
                    </a:ext>
                  </a:extLst>
                </a:gridCol>
              </a:tblGrid>
              <a:tr h="306792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Time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January 19th (Mon.)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January 20th (Tue.)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January 21st (Wed.)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32098321"/>
                  </a:ext>
                </a:extLst>
              </a:tr>
              <a:tr h="306792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8:00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Registration &amp; Breakfast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8448355"/>
                  </a:ext>
                </a:extLst>
              </a:tr>
              <a:tr h="281433">
                <a:tc rowSpan="2"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9:00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BrainHack Introduction &amp; Welcome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4" gridSpan="2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Panel: Make BrainHack Global </a:t>
                      </a:r>
                      <a:r>
                        <a:rPr lang="en-US" sz="12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Global</a:t>
                      </a: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Again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4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Breakfast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0746234"/>
                  </a:ext>
                </a:extLst>
              </a:tr>
              <a:tr h="281433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[9:20]                    Sponsor Talks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4" gridSpan="4">
                  <a:txBody>
                    <a:bodyPr/>
                    <a:lstStyle/>
                    <a:p>
                      <a:pPr algn="ctr"/>
                      <a:r>
                        <a:rPr lang="en-US" sz="12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Open Hacking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4" hMerge="1">
                  <a:txBody>
                    <a:bodyPr/>
                    <a:lstStyle/>
                    <a:p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4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4" hMerge="1">
                  <a:txBody>
                    <a:bodyPr/>
                    <a:lstStyle/>
                    <a:p>
                      <a:endParaRPr lang="en-US" sz="1200" dirty="0"/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90837830"/>
                  </a:ext>
                </a:extLst>
              </a:tr>
              <a:tr h="281433">
                <a:tc rowSpan="2"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9:30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Coffee Break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01241953"/>
                  </a:ext>
                </a:extLst>
              </a:tr>
              <a:tr h="144612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rowSpan="6" gridSpan="3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Opening Panel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6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6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31837934"/>
                  </a:ext>
                </a:extLst>
              </a:tr>
              <a:tr h="275434">
                <a:tc rowSpan="2"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10:00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 gridSpan="2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Coffee Break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24350870"/>
                  </a:ext>
                </a:extLst>
              </a:tr>
              <a:tr h="22588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3"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 gridSpan="4"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[10:20]                     Coffee Break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en-US" dirty="0"/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endParaRPr lang="en-US" dirty="0"/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28217378"/>
                  </a:ext>
                </a:extLst>
              </a:tr>
              <a:tr h="144552">
                <a:tc rowSpan="2"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10:30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4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Open Hacking</a:t>
                      </a:r>
                      <a:endParaRPr lang="en-US" dirty="0"/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[10:30] </a:t>
                      </a:r>
                    </a:p>
                    <a:p>
                      <a:pPr algn="ctr"/>
                      <a:r>
                        <a:rPr lang="en-US" sz="12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TrainTrack</a:t>
                      </a: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I</a:t>
                      </a:r>
                    </a:p>
                    <a:p>
                      <a:pPr algn="ctr"/>
                      <a:r>
                        <a:rPr lang="en-US" sz="1200" b="1" i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Introduction to Python</a:t>
                      </a:r>
                      <a:endParaRPr lang="en-US" dirty="0"/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gridSpan="4" vMerge="1">
                  <a:txBody>
                    <a:bodyPr/>
                    <a:lstStyle/>
                    <a:p>
                      <a:pPr algn="l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15072634"/>
                  </a:ext>
                </a:extLst>
              </a:tr>
              <a:tr h="241528">
                <a:tc vMerge="1"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10:30</a:t>
                      </a:r>
                      <a:endParaRPr lang="en-US" dirty="0"/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Open Hacking</a:t>
                      </a:r>
                      <a:endParaRPr lang="en-US" dirty="0"/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[10: 40] BrainHack Toronto Committee Meeting </a:t>
                      </a:r>
                      <a:b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(all are invited)</a:t>
                      </a:r>
                      <a:endParaRPr lang="en-US" dirty="0"/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702725"/>
                  </a:ext>
                </a:extLst>
              </a:tr>
              <a:tr h="249316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11:00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 gridSpan="2">
                  <a:txBody>
                    <a:bodyPr/>
                    <a:lstStyle/>
                    <a:p>
                      <a:pPr algn="ctr"/>
                      <a:r>
                        <a:rPr lang="en-US" sz="12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TrainTrack</a:t>
                      </a: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III</a:t>
                      </a:r>
                      <a:b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200" b="1" i="1" dirty="0"/>
                        <a:t>Introduction to deep learning and AI</a:t>
                      </a:r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7609258"/>
                  </a:ext>
                </a:extLst>
              </a:tr>
              <a:tr h="297744">
                <a:tc>
                  <a:txBody>
                    <a:bodyPr/>
                    <a:lstStyle/>
                    <a:p>
                      <a:pPr algn="ctr"/>
                      <a:r>
                        <a:rPr lang="en-US" sz="1200" b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11:30</a:t>
                      </a:r>
                      <a:endParaRPr lang="en-US" sz="1200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 gridSpan="3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Lunch Break &amp; Networking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3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3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1416564"/>
                  </a:ext>
                </a:extLst>
              </a:tr>
              <a:tr h="371236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12:00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 gridSpan="2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Lunch Break &amp; Networking</a:t>
                      </a:r>
                      <a:endParaRPr lang="en-US" dirty="0"/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rowSpan="2" gridSpan="4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Lunch Break &amp; Networking</a:t>
                      </a:r>
                      <a:endParaRPr lang="en-US" dirty="0"/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481672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12:30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810470"/>
                  </a:ext>
                </a:extLst>
              </a:tr>
              <a:tr h="306792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13:00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4" gridSpan="3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Ice Breaker, Project Pitches, &amp; Team Formation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4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4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Open Hacking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 </a:t>
                      </a:r>
                      <a:r>
                        <a:rPr lang="en-US" sz="12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TrainTrack</a:t>
                      </a: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II</a:t>
                      </a:r>
                      <a:b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200" b="1" i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Introduction to Machine Learning Using R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rowSpan="4" gridSpan="2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Open Hacking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4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 gridSpan="2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Unconference </a:t>
                      </a:r>
                      <a:b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Session III</a:t>
                      </a:r>
                    </a:p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[Available]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5829023"/>
                  </a:ext>
                </a:extLst>
              </a:tr>
              <a:tr h="306792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13:30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2"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6582239"/>
                  </a:ext>
                </a:extLst>
              </a:tr>
              <a:tr h="306792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14:00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2" gridSpan="2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6888683"/>
                  </a:ext>
                </a:extLst>
              </a:tr>
              <a:tr h="410156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14:30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[14:40]                    Coffee Break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2"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37766198"/>
                  </a:ext>
                </a:extLst>
              </a:tr>
              <a:tr h="306792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15:00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Coffee Break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4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Open Hacking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Unconference </a:t>
                      </a:r>
                      <a:b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Session II </a:t>
                      </a:r>
                      <a:b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</a:br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[Available]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rowSpan="4" gridSpan="4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 Presentation &amp; Wrap-Up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4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rowSpan="4"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rowSpan="4"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83165565"/>
                  </a:ext>
                </a:extLst>
              </a:tr>
              <a:tr h="349885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15:30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Open Hacking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Unconference Session I</a:t>
                      </a:r>
                    </a:p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[Available]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4"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643775"/>
                  </a:ext>
                </a:extLst>
              </a:tr>
              <a:tr h="306792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16:00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Ask-Me-Anything </a:t>
                      </a:r>
                    </a:p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Hour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endParaRPr lang="en-US" sz="1200" dirty="0"/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4"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6462085"/>
                  </a:ext>
                </a:extLst>
              </a:tr>
              <a:tr h="328663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16:30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gridSpan="4" v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4110950"/>
                  </a:ext>
                </a:extLst>
              </a:tr>
              <a:tr h="435978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17:00 – 19:00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3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n-US" sz="12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Game, Food, &amp; Social</a:t>
                      </a: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/>
                      <a:endParaRPr lang="en-US" sz="12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93811" marR="93811" marT="46906" marB="46906"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97349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620972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119</TotalTime>
  <Words>184</Words>
  <Application>Microsoft Office PowerPoint</Application>
  <PresentationFormat>Custom</PresentationFormat>
  <Paragraphs>59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Ju-Chi Yu</dc:creator>
  <cp:lastModifiedBy>Ju-Chi Yu</cp:lastModifiedBy>
  <cp:revision>6</cp:revision>
  <dcterms:created xsi:type="dcterms:W3CDTF">2026-01-08T08:01:30Z</dcterms:created>
  <dcterms:modified xsi:type="dcterms:W3CDTF">2026-01-08T10:00:57Z</dcterms:modified>
</cp:coreProperties>
</file>