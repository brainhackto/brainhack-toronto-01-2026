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12192000" cy="7497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11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227065"/>
            <a:ext cx="9144000" cy="261033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38062"/>
            <a:ext cx="9144000" cy="181022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20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869235"/>
            <a:ext cx="10515600" cy="3118861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5017601"/>
            <a:ext cx="10515600" cy="164013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356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995932"/>
            <a:ext cx="5181600" cy="47572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995932"/>
            <a:ext cx="5181600" cy="47572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70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99187"/>
            <a:ext cx="10515600" cy="14492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837994"/>
            <a:ext cx="5157787" cy="90077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738766"/>
            <a:ext cx="5157787" cy="4028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37994"/>
            <a:ext cx="5183188" cy="90077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738766"/>
            <a:ext cx="5183188" cy="4028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917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656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38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99851"/>
            <a:ext cx="3932237" cy="174947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79540"/>
            <a:ext cx="6172200" cy="532827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249329"/>
            <a:ext cx="3932237" cy="41671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21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99851"/>
            <a:ext cx="3932237" cy="174947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79540"/>
            <a:ext cx="6172200" cy="532827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249329"/>
            <a:ext cx="3932237" cy="41671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739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344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99186"/>
            <a:ext cx="2628900" cy="635400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99186"/>
            <a:ext cx="7734300" cy="635400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26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99187"/>
            <a:ext cx="10515600" cy="14492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95932"/>
            <a:ext cx="10515600" cy="475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949316"/>
            <a:ext cx="2743200" cy="3991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9A59C9-6208-4201-B378-D03CB4B4350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949316"/>
            <a:ext cx="4114800" cy="3991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949316"/>
            <a:ext cx="2743200" cy="3991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56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3FEB2DF-DC22-2B1D-250F-7A4E447CF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224933"/>
              </p:ext>
            </p:extLst>
          </p:nvPr>
        </p:nvGraphicFramePr>
        <p:xfrm>
          <a:off x="55613" y="131391"/>
          <a:ext cx="12023498" cy="709728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16890">
                  <a:extLst>
                    <a:ext uri="{9D8B030D-6E8A-4147-A177-3AD203B41FA5}">
                      <a16:colId xmlns:a16="http://schemas.microsoft.com/office/drawing/2014/main" val="1440251456"/>
                    </a:ext>
                  </a:extLst>
                </a:gridCol>
                <a:gridCol w="1202395">
                  <a:extLst>
                    <a:ext uri="{9D8B030D-6E8A-4147-A177-3AD203B41FA5}">
                      <a16:colId xmlns:a16="http://schemas.microsoft.com/office/drawing/2014/main" val="4062505180"/>
                    </a:ext>
                  </a:extLst>
                </a:gridCol>
                <a:gridCol w="1202395">
                  <a:extLst>
                    <a:ext uri="{9D8B030D-6E8A-4147-A177-3AD203B41FA5}">
                      <a16:colId xmlns:a16="http://schemas.microsoft.com/office/drawing/2014/main" val="3357933269"/>
                    </a:ext>
                  </a:extLst>
                </a:gridCol>
                <a:gridCol w="1312615">
                  <a:extLst>
                    <a:ext uri="{9D8B030D-6E8A-4147-A177-3AD203B41FA5}">
                      <a16:colId xmlns:a16="http://schemas.microsoft.com/office/drawing/2014/main" val="3819861827"/>
                    </a:ext>
                  </a:extLst>
                </a:gridCol>
                <a:gridCol w="1502993">
                  <a:extLst>
                    <a:ext uri="{9D8B030D-6E8A-4147-A177-3AD203B41FA5}">
                      <a16:colId xmlns:a16="http://schemas.microsoft.com/office/drawing/2014/main" val="4122292344"/>
                    </a:ext>
                  </a:extLst>
                </a:gridCol>
                <a:gridCol w="2214411">
                  <a:extLst>
                    <a:ext uri="{9D8B030D-6E8A-4147-A177-3AD203B41FA5}">
                      <a16:colId xmlns:a16="http://schemas.microsoft.com/office/drawing/2014/main" val="1031920213"/>
                    </a:ext>
                  </a:extLst>
                </a:gridCol>
                <a:gridCol w="1948851">
                  <a:extLst>
                    <a:ext uri="{9D8B030D-6E8A-4147-A177-3AD203B41FA5}">
                      <a16:colId xmlns:a16="http://schemas.microsoft.com/office/drawing/2014/main" val="2274626327"/>
                    </a:ext>
                  </a:extLst>
                </a:gridCol>
                <a:gridCol w="1822948">
                  <a:extLst>
                    <a:ext uri="{9D8B030D-6E8A-4147-A177-3AD203B41FA5}">
                      <a16:colId xmlns:a16="http://schemas.microsoft.com/office/drawing/2014/main" val="2568106431"/>
                    </a:ext>
                  </a:extLst>
                </a:gridCol>
              </a:tblGrid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January 19th (Mon.)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January 20th (Tue.)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January 21st (Wed.)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232098321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Registration &amp; Breakfast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18448355"/>
                  </a:ext>
                </a:extLst>
              </a:tr>
              <a:tr h="281433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BrainHack Introduction &amp; Welcome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Panel: Make BrainHack Global </a:t>
                      </a:r>
                      <a:r>
                        <a:rPr lang="en-US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Again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Breakfast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700746234"/>
                  </a:ext>
                </a:extLst>
              </a:tr>
              <a:tr h="28143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[9:20]                    Sponsor Talks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[9:20] </a:t>
                      </a:r>
                    </a:p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BrainHack Toronto Committee Meeting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(all are invited)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837830"/>
                  </a:ext>
                </a:extLst>
              </a:tr>
              <a:tr h="281433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1241953"/>
                  </a:ext>
                </a:extLst>
              </a:tr>
              <a:tr h="14461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6"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Opening Panel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6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6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837934"/>
                  </a:ext>
                </a:extLst>
              </a:tr>
              <a:tr h="275434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4350870"/>
                  </a:ext>
                </a:extLst>
              </a:tr>
              <a:tr h="225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[10:20]                     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28217378"/>
                  </a:ext>
                </a:extLst>
              </a:tr>
              <a:tr h="144552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[10:30] </a:t>
                      </a:r>
                    </a:p>
                    <a:p>
                      <a:pPr algn="ctr"/>
                      <a:r>
                        <a:rPr lang="en-US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TrainTrack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</a:t>
                      </a:r>
                    </a:p>
                    <a:p>
                      <a:pPr algn="ctr"/>
                      <a:r>
                        <a:rPr lang="en-US" sz="1200" b="1" i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Introduction to Python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algn="l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072634"/>
                  </a:ext>
                </a:extLst>
              </a:tr>
              <a:tr h="241528">
                <a:tc vMerge="1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10:30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702725"/>
                  </a:ext>
                </a:extLst>
              </a:tr>
              <a:tr h="346626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TrainTrack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III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b="1" i="1" dirty="0"/>
                        <a:t>Introduction to deep learning and AI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609258"/>
                  </a:ext>
                </a:extLst>
              </a:tr>
              <a:tr h="297744"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11:30</a:t>
                      </a:r>
                      <a:endParaRPr lang="en-US" sz="12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Lunch Break &amp; Networking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3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1416564"/>
                  </a:ext>
                </a:extLst>
              </a:tr>
              <a:tr h="371236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Lunch Break &amp; Networking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Lunch Break &amp; Networking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48167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810470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Ice Breaker, Project Pitches, &amp; Team Formation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r>
                        <a:rPr lang="en-US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TrainTrack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II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b="1" i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Introduction to Machine Learning Using R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Unconference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Session III</a:t>
                      </a:r>
                    </a:p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[Available]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829023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6582239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888683"/>
                  </a:ext>
                </a:extLst>
              </a:tr>
              <a:tr h="410156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[14:40]                    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7766198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Unconference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Session II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b="1" i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e2p simulator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 Presentation &amp; Wrap-Up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83165565"/>
                  </a:ext>
                </a:extLst>
              </a:tr>
              <a:tr h="349885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Unconference Session I</a:t>
                      </a:r>
                    </a:p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[Available]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43775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Ask-Me-Anything </a:t>
                      </a:r>
                    </a:p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Hour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462085"/>
                  </a:ext>
                </a:extLst>
              </a:tr>
              <a:tr h="328663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110950"/>
                  </a:ext>
                </a:extLst>
              </a:tr>
              <a:tr h="43597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17:00 – 19:00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Game, Food, &amp; Social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89734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2097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263</TotalTime>
  <Words>181</Words>
  <Application>Microsoft Office PowerPoint</Application>
  <PresentationFormat>Custom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Ju-Chi Yu</dc:creator>
  <cp:lastModifiedBy>Ju-Chi Yu</cp:lastModifiedBy>
  <cp:revision>8</cp:revision>
  <dcterms:created xsi:type="dcterms:W3CDTF">2026-01-08T08:01:30Z</dcterms:created>
  <dcterms:modified xsi:type="dcterms:W3CDTF">2026-01-19T18:41:14Z</dcterms:modified>
</cp:coreProperties>
</file>